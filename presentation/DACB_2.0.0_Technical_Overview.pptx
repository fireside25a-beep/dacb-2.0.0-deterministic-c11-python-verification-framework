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CB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DACB 2.0.0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595360" y="651052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Affine Chain Benchmark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cb_work/github_repo/assets/dacb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11480"/>
            <a:ext cx="12191695" cy="39684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7548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Technical overview &amp; verification evidence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676656" y="526694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Canonical C11 · independent Python digital twin · exact report identity · bounded exhaustive verification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85800" y="5879592"/>
            <a:ext cx="1298448" cy="310896"/>
          </a:xfrm>
          <a:prstGeom prst="roundRect">
            <a:avLst/>
          </a:prstGeom>
          <a:solidFill>
            <a:srgbClr val="111C31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939028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PORTABLE C11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121408" y="5879592"/>
            <a:ext cx="1353312" cy="310896"/>
          </a:xfrm>
          <a:prstGeom prst="roundRect">
            <a:avLst/>
          </a:prstGeom>
          <a:solidFill>
            <a:srgbClr val="111C31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167128" y="5939028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D3EE"/>
                </a:solidFill>
              </a:rPr>
              <a:t>PYTHON TWIN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611880" y="5879592"/>
            <a:ext cx="1444752" cy="310896"/>
          </a:xfrm>
          <a:prstGeom prst="roundRect">
            <a:avLst/>
          </a:prstGeom>
          <a:solidFill>
            <a:srgbClr val="111C31"/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0" y="5939028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</a:rPr>
              <a:t>14-STAGE GATE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193792" y="5879592"/>
            <a:ext cx="658368" cy="310896"/>
          </a:xfrm>
          <a:prstGeom prst="roundRect">
            <a:avLst/>
          </a:prstGeom>
          <a:solidFill>
            <a:srgbClr val="111C31"/>
          </a:solidFill>
          <a:ln w="10160">
            <a:solidFill>
              <a:srgbClr val="64748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39512" y="5939028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MIT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What DACB verifies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 narrow correctness framework for long deterministic dependency chains.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6629400" cy="4434840"/>
          </a:xfrm>
          <a:prstGeom prst="roundRect">
            <a:avLst>
              <a:gd name="adj" fmla="val 1649"/>
            </a:avLst>
          </a:prstGeom>
          <a:solidFill>
            <a:srgbClr val="101A2F"/>
          </a:solidFill>
          <a:ln w="14605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D6FE"/>
                </a:solidFill>
              </a:rPr>
              <a:t>The question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594360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Can an implementation preserve the program, execute the complete chain, respect exact arithmetic bounds, agree with independent mathematical oracles, detect semantic drift, and reject a confidently repeated wrong answer?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45720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DACB treats agreement as evidence only when the paths are independently computed. Two matching answers are not automatically proof.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35240" y="1417320"/>
            <a:ext cx="3886200" cy="4434840"/>
          </a:xfrm>
          <a:prstGeom prst="roundRect">
            <a:avLst>
              <a:gd name="adj" fmla="val 1882"/>
            </a:avLst>
          </a:prstGeom>
          <a:solidFill>
            <a:srgbClr val="101A2F"/>
          </a:solidFill>
          <a:ln w="14605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73568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FAFE"/>
                </a:solidFill>
              </a:rPr>
              <a:t>Canonical recurrence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5280" y="2267712"/>
            <a:ext cx="3291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</a:rPr>
              <a:t>x[n+1] =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</a:rPr>
              <a:t>(1664525 · x[n] + 1013904223)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</a:rPr>
              <a:t>mod 2³²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955280" y="38221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</a:rPr>
              <a:t>x[0] = 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65008" y="464515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Simple enough for exact algebraic oracles; deep enough to exercise long dependency chains.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Independent paths, external comparison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The specification is shared. Runtime state and implementation code are not.</a:t>
            </a:r>
            <a:endParaRPr lang="en-US" sz="1100" dirty="0"/>
          </a:p>
        </p:txBody>
      </p:sp>
      <p:pic>
        <p:nvPicPr>
          <p:cNvPr id="4" name="Image 0" descr="/mnt/data/dacb_work/github_repo/assets/dacb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109960" cy="477316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Four exact state checks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Each check attacks the same recurrence from a different computational path.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542032" cy="2926080"/>
          </a:xfrm>
          <a:prstGeom prst="roundRect">
            <a:avLst>
              <a:gd name="adj" fmla="val 2878"/>
            </a:avLst>
          </a:prstGeom>
          <a:solidFill>
            <a:srgbClr val="101A2F"/>
          </a:solidFill>
          <a:ln w="14605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4650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5CF6"/>
                </a:solidFill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Sequential chain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Directly executes every transition.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93008" y="1508760"/>
            <a:ext cx="2542032" cy="2926080"/>
          </a:xfrm>
          <a:prstGeom prst="roundRect">
            <a:avLst>
              <a:gd name="adj" fmla="val 2878"/>
            </a:avLst>
          </a:prstGeom>
          <a:solidFill>
            <a:srgbClr val="101A2F"/>
          </a:solidFill>
          <a:ln w="14605">
            <a:solidFill>
              <a:srgbClr val="6D77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75888" y="174650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D77E8"/>
                </a:solidFill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75888" y="23317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Affine exponentiation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75888" y="306324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Binary exponentiation of an affine transform.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45936" y="1508760"/>
            <a:ext cx="2542032" cy="2926080"/>
          </a:xfrm>
          <a:prstGeom prst="roundRect">
            <a:avLst>
              <a:gd name="adj" fmla="val 2878"/>
            </a:avLst>
          </a:prstGeom>
          <a:solidFill>
            <a:srgbClr val="101A2F"/>
          </a:solidFill>
          <a:ln w="14605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28816" y="174650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528816" y="23317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2×2 matrix oracle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28816" y="306324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Homogeneous matrix exponentiation.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98864" y="1508760"/>
            <a:ext cx="2542032" cy="2926080"/>
          </a:xfrm>
          <a:prstGeom prst="roundRect">
            <a:avLst>
              <a:gd name="adj" fmla="val 2878"/>
            </a:avLst>
          </a:prstGeom>
          <a:solidFill>
            <a:srgbClr val="101A2F"/>
          </a:solidFill>
          <a:ln w="14605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81744" y="174650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381744" y="23317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Inverse traversal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81744" y="306324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Rewinds n steps and must recover the seed.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97280" y="4892040"/>
            <a:ext cx="996696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1389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D5E1"/>
                </a:solidFill>
              </a:rPr>
              <a:t>Forward checks must agree on final state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51389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D5E1"/>
                </a:solidFill>
              </a:rPr>
              <a:t>Reverse traversal must reconstruct x[0]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571500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Unsigned arithmetic and explicit bounds keep the C11 semantics defined; the Python twin independently reproduces the published mathematics.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Retained release evidence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Results recorded by the DACB 2.0.0 release and reproduced by the included verifier.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01A2F"/>
          </a:solidFill>
          <a:ln w="14605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600200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2D3EE"/>
                </a:solidFill>
              </a:rPr>
              <a:t>5,596,492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04672" y="2075688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cross-language seed/step cases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419856" y="14173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01A2F"/>
          </a:solidFill>
          <a:ln w="14605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84448" y="1600200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4D399"/>
                </a:solidFill>
              </a:rPr>
              <a:t>22,377,804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3584448" y="2075688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extended C seed/step cases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99632" y="14173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01A2F"/>
          </a:solidFill>
          <a:ln w="14605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600200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8B5CF6"/>
                </a:solidFill>
              </a:rPr>
              <a:t>1,000,000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364224" y="2075688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dependent transitions in stress gate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979408" y="141732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101A2F"/>
          </a:solidFill>
          <a:ln w="14605">
            <a:solidFill>
              <a:srgbClr val="6D77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0" y="160020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D77E8"/>
                </a:solidFill>
              </a:rPr>
              <a:t>20×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9144000" y="2075688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repeat report identity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2816352"/>
            <a:ext cx="5349240" cy="2606040"/>
          </a:xfrm>
          <a:prstGeom prst="roundRect">
            <a:avLst>
              <a:gd name="adj" fmla="val 2807"/>
            </a:avLst>
          </a:prstGeom>
          <a:solidFill>
            <a:srgbClr val="101A2F"/>
          </a:solidFill>
          <a:ln w="14605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108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D6FE"/>
                </a:solidFill>
              </a:rPr>
              <a:t>Canonical 5,000-step vector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657600"/>
            <a:ext cx="438912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         4125282121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sum_mod       585303980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weighted_mod  554861868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99632" y="2816352"/>
            <a:ext cx="5340096" cy="2606040"/>
          </a:xfrm>
          <a:prstGeom prst="roundRect">
            <a:avLst>
              <a:gd name="adj" fmla="val 2807"/>
            </a:avLst>
          </a:prstGeom>
          <a:solidFill>
            <a:srgbClr val="101A2F"/>
          </a:solidFill>
          <a:ln w="14605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1FAE5"/>
                </a:solidFill>
              </a:rPr>
              <a:t>Canonical report SHA-256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3712464"/>
            <a:ext cx="47091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1d2ffc1bd5703d8514a62226e42bc007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798f454c9c935d974071d6add57d7679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46634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Identical bytes: GCC C11 · Clang C11 · Python twin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Release gate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The full verifier is executable, fail-closed and retained in the repository.</a:t>
            </a:r>
            <a:endParaRPr lang="en-US" sz="1100" dirty="0"/>
          </a:p>
        </p:txBody>
      </p:sp>
      <p:pic>
        <p:nvPicPr>
          <p:cNvPr id="4" name="Image 0" descr="/mnt/data/dacb_work/github_repo/assets/dacb_verif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53312"/>
            <a:ext cx="11064240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" y="4892040"/>
            <a:ext cx="10698480" cy="960120"/>
          </a:xfrm>
          <a:prstGeom prst="roundRect">
            <a:avLst>
              <a:gd name="adj" fmla="val 7619"/>
            </a:avLst>
          </a:prstGeom>
          <a:solidFill>
            <a:srgbClr val="0E211C"/>
          </a:solidFill>
          <a:ln w="14605">
            <a:solidFill>
              <a:srgbClr val="34D3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517550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DACB_RELEASE_VERIFICATION_PASS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492240" y="52120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Run: bash scripts/verify_release.sh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Evidence boundary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The project is explicit about what the verification does - and does not - establish.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01A2F"/>
          </a:solidFill>
          <a:ln w="14605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737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1FAE5"/>
                </a:solidFill>
              </a:rPr>
              <a:t>Supported by the release gate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22585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98448" y="224942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Deterministic C11 recurrence under unsigned semantics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27614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98448" y="275234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Known vectors reproduce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326440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98448" y="325526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Four state checks agree on tested workloads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2688" y="376732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98448" y="375818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Documented reduced domains are exhaustive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2688" y="427024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98448" y="426110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GCC / Clang / Python canonical bytes agree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2688" y="47731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98448" y="476402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Listed adversarial mutations are detected or rejected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1417320"/>
            <a:ext cx="5276088" cy="4434840"/>
          </a:xfrm>
          <a:prstGeom prst="roundRect">
            <a:avLst>
              <a:gd name="adj" fmla="val 1649"/>
            </a:avLst>
          </a:prstGeom>
          <a:solidFill>
            <a:srgbClr val="101A2F"/>
          </a:solidFill>
          <a:ln w="14605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47104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Not claimed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7960" y="22585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—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03720" y="224942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Full 2³² × 2³² seed/step enumeration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37960" y="27614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275234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Cryptographic security or randomness quality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37960" y="326440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—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03720" y="325526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Impossible checksum collisions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37960" y="376732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—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375818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Byte-identical machine code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37960" y="427024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—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03720" y="426110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Deterministic wall-clock timing across machines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37960" y="47731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—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03720" y="476402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Physical phase-transition meaning for the lattice fixture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Runnable repository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Source-first layout with retained evidence and reproducibility controls.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2880360" cy="420624"/>
          </a:xfrm>
          <a:prstGeom prst="roundRect">
            <a:avLst/>
          </a:prstGeom>
          <a:solidFill>
            <a:srgbClr val="101A2F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52704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canonical_c11/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86200" y="15087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canonical library + CLI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" y="2020824"/>
            <a:ext cx="2880360" cy="420624"/>
          </a:xfrm>
          <a:prstGeom prst="roundRect">
            <a:avLst/>
          </a:prstGeom>
          <a:solidFill>
            <a:srgbClr val="101A2F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13055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python_twin/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86200" y="211226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independent twin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624328"/>
            <a:ext cx="2880360" cy="420624"/>
          </a:xfrm>
          <a:prstGeom prst="roundRect">
            <a:avLst/>
          </a:prstGeom>
          <a:solidFill>
            <a:srgbClr val="101A2F"/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73405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86200" y="27157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C, Python + adversarial fixtures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227832"/>
            <a:ext cx="2880360" cy="420624"/>
          </a:xfrm>
          <a:prstGeom prst="roundRect">
            <a:avLst/>
          </a:prstGeom>
          <a:solidFill>
            <a:srgbClr val="101A2F"/>
          </a:solidFill>
          <a:ln w="10160">
            <a:solidFill>
              <a:srgbClr val="6D77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337560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7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86200" y="331927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release verifier + benchmark utility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3831336"/>
            <a:ext cx="2880360" cy="420624"/>
          </a:xfrm>
          <a:prstGeom prst="roundRect">
            <a:avLst/>
          </a:prstGeom>
          <a:solidFill>
            <a:srgbClr val="101A2F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941064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86200" y="392277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math, architecture + boundaries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" y="4434840"/>
            <a:ext cx="2880360" cy="420624"/>
          </a:xfrm>
          <a:prstGeom prst="roundRect">
            <a:avLst/>
          </a:prstGeom>
          <a:solidFill>
            <a:srgbClr val="101A2F"/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54456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evidence/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86200" y="45262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sealed verification records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7240" y="5038344"/>
            <a:ext cx="2880360" cy="420624"/>
          </a:xfrm>
          <a:prstGeom prst="roundRect">
            <a:avLst/>
          </a:prstGeom>
          <a:solidFill>
            <a:srgbClr val="101A2F"/>
          </a:solidFill>
          <a:ln w="1016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14807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provenance/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86200" y="51297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origin archive + original manifest record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92440" y="141732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101A2F"/>
          </a:solidFill>
          <a:ln w="14605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FFAFE"/>
                </a:solidFill>
              </a:rPr>
              <a:t>Quick start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12480" y="2331720"/>
            <a:ext cx="265176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test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cross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scripts/verify_release.sh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sha256sum -c MANIFEST.sha256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12480" y="4709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Offline · no credentials · no elevated privileges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4672" y="59253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DACB 2.0.0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79476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Deterministic claims should stay as inspectable as the code that produces them.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DACB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DACB 2.0.0 - Deterministic Affine Chain Benchmark</dc:title>
  <dc:subject>DACB 2.0.0 technical overview</dc:subject>
  <dc:creator>DACB contributors</dc:creator>
  <cp:lastModifiedBy>DACB contributors</cp:lastModifiedBy>
  <cp:revision>1</cp:revision>
  <dcterms:created xsi:type="dcterms:W3CDTF">2026-09-14T06:29:39Z</dcterms:created>
  <dcterms:modified xsi:type="dcterms:W3CDTF">2026-09-14T06:29:39Z</dcterms:modified>
</cp:coreProperties>
</file>